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/>
    <p:restoredTop sz="94699"/>
  </p:normalViewPr>
  <p:slideViewPr>
    <p:cSldViewPr snapToGrid="0" snapToObjects="1">
      <p:cViewPr varScale="1">
        <p:scale>
          <a:sx n="121" d="100"/>
          <a:sy n="121" d="100"/>
        </p:scale>
        <p:origin x="20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EDE9-D554-7C48-9CB1-58E877FAB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D2972-34C1-B943-875D-F0CF0482E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BD092-DBCD-434D-BD19-A94A6EAB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BC2F0-279E-A847-97F8-13F36040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35F56-1340-FE49-A7D6-744D4A07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6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AC79-9CB1-584D-A70D-1A74E2B50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5B4F-6825-D94A-B46C-E7C4CB5C9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0F146-84B7-5A44-B800-4F860ED1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EDB85-2513-C44C-A8FD-FD15500F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0D11A-8E15-7D43-A972-95BAFC92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8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F6E6-ECD1-E24C-B41E-F7A6245E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26FE5-CDD4-4947-BBAE-3C3FA56DB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5262-4F35-364E-99BF-90412ECC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1D52A-1DEA-644C-BEC3-664D65D1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5FCB1-7DA4-3D46-9D38-91EF7FBC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7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8979-DE64-6745-A28A-FEBFE2BE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0764C-5BEF-C640-BF0A-3E4243E2A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8C313-9DEC-9342-B97E-AFE9F8451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FFE96-FF23-A746-8848-C8D8CF5D4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5567D-E207-8A4B-BF7C-10A2B5DE2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9BF06-D5E7-9947-AA90-877A92C5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CDBB3-9632-1249-A4F1-8ECBE832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44781-BC5C-EF4A-A925-01BD15A27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FF669-3226-F84F-B77D-54F110FA1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11858-E770-FF40-8F04-15E43D504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F51D4-1311-3147-97C8-8F818857C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95FD7-7AA2-DB47-B714-7384DA91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0FFE3-127A-2B4E-95E9-31D919CB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7A28D-3D7D-8B41-B9F5-1EEDBB97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6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A43-7BCC-AD43-A146-E1ECB27E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22EC2-B6A9-1D45-914F-F62373B1B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4EB8E-9393-FE41-9B1F-9FF38B72A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AEEE5-E4C8-C441-9175-021E699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2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910AD-9DFE-2C4A-881E-6A6FADB1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A8F23-B656-2841-9845-26EC7DD7F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C17BE-6237-6A4C-8D2A-D7AC6C28A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3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7F51-CB10-0F4F-9DFA-5047AD5D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FB189-E6E1-074B-8FCD-105512970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98C3A-4134-454C-A36A-F7A09C01A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CF30-A35F-7348-9862-099628998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56209-3177-7D4C-837B-EF676B91F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9AEA0-49EF-8741-A893-D2A40968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08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0F25-777B-904B-98A9-6045386D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A3BAC-848A-0A4F-828B-C669D90D2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458D-38FD-0C4B-82E0-E49BB2DDE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D9BBE-5734-5344-9FCA-B2099455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E901-5B40-E341-A9BA-D8448EC6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A0B19-2F68-4747-BFED-98A07CBC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5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02A1-83ED-0F48-A4EE-2E9482CF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E9C1E-5770-F943-88BF-5030D9707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E0735-1A82-CA40-93B7-44DF3F3E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16456-D232-A74E-9E24-1423667CA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2BED0-9CD7-BC49-B5C6-69511778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51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B344D1-69D1-9C44-A2E3-9E08757C2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4E241-B3CB-4B46-A076-E75A7DA57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85964-D4D6-3541-9FDB-8383E4CA3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93D84-08E9-1D42-9D65-1566F074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3BCC-694D-A744-A191-2D394AB7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9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10301-EAFA-B94E-B7F2-9A339312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C522D-1FD4-9146-A71C-5DB228EF7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62A0-9E2B-204A-AC37-2A74BDE60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4685E-2C7A-9748-AD65-578368C896B5}" type="datetimeFigureOut">
              <a:rPr lang="en-US" smtClean="0"/>
              <a:t>10/20/20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25D5-19A4-1341-B9E5-0039C4DC2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A82C4-2695-E047-974A-722476588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C4A22-22DA-1345-8E23-76CD077CA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0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8AFCAA4-D760-6E4B-8785-646ACB822315}"/>
              </a:ext>
            </a:extLst>
          </p:cNvPr>
          <p:cNvGrpSpPr/>
          <p:nvPr/>
        </p:nvGrpSpPr>
        <p:grpSpPr>
          <a:xfrm>
            <a:off x="351629" y="0"/>
            <a:ext cx="10001061" cy="6579476"/>
            <a:chOff x="351629" y="0"/>
            <a:chExt cx="10001061" cy="657947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63E9386-53F0-A748-A633-9226F9223FD7}"/>
                </a:ext>
              </a:extLst>
            </p:cNvPr>
            <p:cNvGrpSpPr/>
            <p:nvPr/>
          </p:nvGrpSpPr>
          <p:grpSpPr>
            <a:xfrm>
              <a:off x="351629" y="0"/>
              <a:ext cx="10001061" cy="6579476"/>
              <a:chOff x="351629" y="0"/>
              <a:chExt cx="10001061" cy="657947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D53FD03-5E2C-5C4E-A94B-25AFF10DD2CC}"/>
                  </a:ext>
                </a:extLst>
              </p:cNvPr>
              <p:cNvGrpSpPr/>
              <p:nvPr/>
            </p:nvGrpSpPr>
            <p:grpSpPr>
              <a:xfrm>
                <a:off x="351629" y="0"/>
                <a:ext cx="10001061" cy="6579476"/>
                <a:chOff x="351629" y="0"/>
                <a:chExt cx="10001061" cy="6579476"/>
              </a:xfrm>
            </p:grpSpPr>
            <p:pic>
              <p:nvPicPr>
                <p:cNvPr id="5" name="Picture 4" descr="Graphical user interface, application&#10;&#10;Description automatically generated">
                  <a:extLst>
                    <a:ext uri="{FF2B5EF4-FFF2-40B4-BE49-F238E27FC236}">
                      <a16:creationId xmlns:a16="http://schemas.microsoft.com/office/drawing/2014/main" id="{42D2B3A7-D493-134D-9B7B-427EEE3AAE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51629" y="0"/>
                  <a:ext cx="10001061" cy="5800156"/>
                </a:xfrm>
                <a:prstGeom prst="rect">
                  <a:avLst/>
                </a:prstGeom>
              </p:spPr>
            </p:pic>
            <p:pic>
              <p:nvPicPr>
                <p:cNvPr id="8" name="Picture 7" descr="Graphical user interface, text, application, email&#10;&#10;Description automatically generated">
                  <a:extLst>
                    <a:ext uri="{FF2B5EF4-FFF2-40B4-BE49-F238E27FC236}">
                      <a16:creationId xmlns:a16="http://schemas.microsoft.com/office/drawing/2014/main" id="{8B3944DC-B7D2-BC40-B60B-FA5746F0F1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741682" y="5006925"/>
                  <a:ext cx="6451031" cy="1572551"/>
                </a:xfrm>
                <a:prstGeom prst="rect">
                  <a:avLst/>
                </a:prstGeom>
              </p:spPr>
            </p:pic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FEF6C03-2D03-F44F-B078-408EA2311AC5}"/>
                  </a:ext>
                </a:extLst>
              </p:cNvPr>
              <p:cNvSpPr/>
              <p:nvPr/>
            </p:nvSpPr>
            <p:spPr>
              <a:xfrm>
                <a:off x="3836277" y="3563007"/>
                <a:ext cx="6096000" cy="15975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C167C7-D38C-7048-848C-A5E27F4A65E2}"/>
                </a:ext>
              </a:extLst>
            </p:cNvPr>
            <p:cNvSpPr/>
            <p:nvPr/>
          </p:nvSpPr>
          <p:spPr>
            <a:xfrm>
              <a:off x="4614042" y="3983421"/>
              <a:ext cx="458251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7EB11EC-EA75-8D41-B592-B157369AE383}"/>
                </a:ext>
              </a:extLst>
            </p:cNvPr>
            <p:cNvSpPr/>
            <p:nvPr/>
          </p:nvSpPr>
          <p:spPr>
            <a:xfrm>
              <a:off x="4593022" y="4556235"/>
              <a:ext cx="458251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AD83907-EE54-5145-9003-E5A394765CF8}"/>
                </a:ext>
              </a:extLst>
            </p:cNvPr>
            <p:cNvSpPr txBox="1"/>
            <p:nvPr/>
          </p:nvSpPr>
          <p:spPr>
            <a:xfrm>
              <a:off x="4508938" y="3664748"/>
              <a:ext cx="9936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category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66C9FF-2659-C64B-92EF-3820C27A2640}"/>
                </a:ext>
              </a:extLst>
            </p:cNvPr>
            <p:cNvSpPr txBox="1"/>
            <p:nvPr/>
          </p:nvSpPr>
          <p:spPr>
            <a:xfrm>
              <a:off x="4508938" y="4227605"/>
              <a:ext cx="13975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sub-category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082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7A8D6F1-7173-6E42-9CDF-DD46E3A08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76" y="0"/>
            <a:ext cx="825393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D50EFF-038B-7E4E-A287-995657CB2962}"/>
              </a:ext>
            </a:extLst>
          </p:cNvPr>
          <p:cNvSpPr txBox="1"/>
          <p:nvPr/>
        </p:nvSpPr>
        <p:spPr>
          <a:xfrm>
            <a:off x="8846115" y="378373"/>
            <a:ext cx="29639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creating a request from with  a community – the fields</a:t>
            </a:r>
          </a:p>
          <a:p>
            <a:r>
              <a:rPr lang="en-US" dirty="0"/>
              <a:t>* community</a:t>
            </a:r>
          </a:p>
          <a:p>
            <a:r>
              <a:rPr lang="en-US" dirty="0"/>
              <a:t>* category</a:t>
            </a:r>
          </a:p>
          <a:p>
            <a:r>
              <a:rPr lang="en-US" dirty="0"/>
              <a:t>* subcategory</a:t>
            </a:r>
          </a:p>
          <a:p>
            <a:endParaRPr lang="en-US" dirty="0"/>
          </a:p>
          <a:p>
            <a:r>
              <a:rPr lang="en-US" dirty="0"/>
              <a:t>would be pre-populated based on the details registered when the Community was created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D019F-F4DD-384C-9ECB-04BF358A7731}"/>
              </a:ext>
            </a:extLst>
          </p:cNvPr>
          <p:cNvSpPr txBox="1"/>
          <p:nvPr/>
        </p:nvSpPr>
        <p:spPr>
          <a:xfrm>
            <a:off x="2638098" y="1166649"/>
            <a:ext cx="84830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Community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D8849-CB5E-FF47-96D6-E35C242F4883}"/>
              </a:ext>
            </a:extLst>
          </p:cNvPr>
          <p:cNvSpPr txBox="1"/>
          <p:nvPr/>
        </p:nvSpPr>
        <p:spPr>
          <a:xfrm>
            <a:off x="2624560" y="1686423"/>
            <a:ext cx="697627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Category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D0A401-810A-0942-9F7C-0FE0C19EE20B}"/>
              </a:ext>
            </a:extLst>
          </p:cNvPr>
          <p:cNvSpPr txBox="1"/>
          <p:nvPr/>
        </p:nvSpPr>
        <p:spPr>
          <a:xfrm>
            <a:off x="2645580" y="2291258"/>
            <a:ext cx="936475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Sub-category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9E6E2396-60B5-3044-8E44-6AF4F20D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95" y="0"/>
            <a:ext cx="709821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03699C-80DD-A143-A581-A2BA63BE8A6B}"/>
              </a:ext>
            </a:extLst>
          </p:cNvPr>
          <p:cNvSpPr txBox="1"/>
          <p:nvPr/>
        </p:nvSpPr>
        <p:spPr>
          <a:xfrm>
            <a:off x="3213539" y="2453180"/>
            <a:ext cx="927538" cy="24622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post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D768BC-A8BA-E047-9A2E-DF76C93A71C5}"/>
              </a:ext>
            </a:extLst>
          </p:cNvPr>
          <p:cNvSpPr/>
          <p:nvPr/>
        </p:nvSpPr>
        <p:spPr>
          <a:xfrm>
            <a:off x="7746124" y="84083"/>
            <a:ext cx="840828" cy="2522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553394-F3EA-AA43-8DC5-6403387DD405}"/>
              </a:ext>
            </a:extLst>
          </p:cNvPr>
          <p:cNvSpPr txBox="1"/>
          <p:nvPr/>
        </p:nvSpPr>
        <p:spPr>
          <a:xfrm>
            <a:off x="8846115" y="378373"/>
            <a:ext cx="29639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your thoughts?</a:t>
            </a:r>
          </a:p>
          <a:p>
            <a:endParaRPr lang="en-US" dirty="0"/>
          </a:p>
          <a:p>
            <a:r>
              <a:rPr lang="en-US" dirty="0"/>
              <a:t>when inside the community, should we position the "post request" so that it is more clearly in the community?</a:t>
            </a:r>
          </a:p>
        </p:txBody>
      </p:sp>
    </p:spTree>
    <p:extLst>
      <p:ext uri="{BB962C8B-B14F-4D97-AF65-F5344CB8AC3E}">
        <p14:creationId xmlns:p14="http://schemas.microsoft.com/office/powerpoint/2010/main" val="113664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65</Words>
  <Application>Microsoft Macintosh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Darryl Carlton</dc:creator>
  <cp:lastModifiedBy>Darryl Carlton</cp:lastModifiedBy>
  <cp:revision>4</cp:revision>
  <dcterms:created xsi:type="dcterms:W3CDTF">2020-10-19T22:39:37Z</dcterms:created>
  <dcterms:modified xsi:type="dcterms:W3CDTF">2020-10-19T22:58:30Z</dcterms:modified>
</cp:coreProperties>
</file>