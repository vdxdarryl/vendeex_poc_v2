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DE1F5-EBF2-8C46-8DDB-1CCDAC7697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5932203-7FD9-F945-BA1F-4F69CBB777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29A9F2-3204-6F49-B70A-0100454C2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3A6032-3E92-DD44-BDF2-6E1ACDB12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469F3-A1AC-F045-8790-097FDDA07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1289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C6F3-EBFF-694B-851E-F8DF3FAE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81604-6A39-2A49-B0E3-8FB2B17BF3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49747-45CC-7546-B7FA-C5C52DAA7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174C1-67B3-494E-A83A-E610750DE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7B3BE-F4EE-2542-B0E6-79206DEC8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3848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9C10D-9FC6-CC48-A858-E4CBDE18E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AE8CB4-40B0-9D49-A4B7-451FDF04C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A99505-A44A-5F42-9FDB-38EA791B8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B80C6-D4ED-EC4D-8CFD-954ECA94E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2848E-C2E7-0D48-9402-EE57054E7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497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842673-FCA4-B348-A313-3CE481DF2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0EEB7-2437-3045-9B50-CA5DD1F60F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7D0850-697E-314A-8525-189A007FB8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00C737-35BA-664A-AC48-AF5C425E7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0EC864-2DDF-174C-B0FB-996C21166B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F07250-4997-044D-A018-AE410C036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452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CBDFF-19D5-0943-9043-936C6023C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FB1692-2B2D-9945-BFD3-B930302AE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8E8D5-E297-6F46-BA26-94B0D08DF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74D2F0-B7A7-6645-93B8-3B0ED50331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6399230-1EFC-BA4E-BE96-86EDDE54FD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FA8870-5E3C-114F-9D3F-754543E49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8EE23B-09DF-9D46-BCBC-42066FB8B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B8091-DE7A-644A-B2BF-5101E57DC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38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1748-F368-9748-9120-9B591A6AC4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21F41F-6DF1-BA4C-BD1E-51F87FFF7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F6835-A7C7-8349-A2D0-67D3E0F5B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F674A5-EC2E-5D4B-AAB0-709BD2ACA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067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14E2A80-0D72-1D47-AD8B-1FF65B561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D2C399-EF72-E343-956B-22DAE12E7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6DDB9-D4D5-644B-B9BD-5595E286E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064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F3B05-B595-D642-A42D-6DFD11A32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352EEC-41A5-DC4F-8E08-667DA80D6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62817E-A8C8-D643-A7C3-7334CACA5F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EC8DE-F9CE-3E42-B772-CF018561B7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284D0E-BB48-8A44-8EBD-513D223A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3FBDBF-A186-174C-ABAD-38E423623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022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17BB8A-0488-CE47-ABE9-8E42611F4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62AEFF-442E-C442-B037-62F7C4C6FB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DD8654-855E-624A-9B9F-2331AD3821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C9D774-4E1A-9B48-BD39-5426B557C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96A4D-8320-074D-8A31-ED3A48A80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AC0DD9-6711-BC4F-BA77-7C47EE180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4080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BEA04-9896-AA40-B8ED-F5D1D6713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F12FC8-682B-A44D-9BFE-285A607EF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AA7A6D-8BA7-1A45-A2CB-7DBC73A22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E3F434-F617-044F-A756-012EE2250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02491-F0EF-3543-96A4-2C401ADC6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473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60705F-6311-6249-9536-146D080603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42BCDE-82B1-E247-86AA-9EE59A7913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8E730-4778-B54C-8575-337BEB39A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47CA6-700D-BC4C-8FFD-5B15F2612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5127DC-0974-854A-A202-03C9AD660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9047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AA76C7-8447-1647-B646-5D7E55C19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4E6F3-8C9A-7D45-B5A1-A1906E7A6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B9DD2C-7669-5446-BEDC-412E3000F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0AF301-6968-4340-9592-E70BAC53E27B}" type="datetimeFigureOut">
              <a:rPr lang="en-US" smtClean="0"/>
              <a:t>10/26/20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48F4-38FC-CC4E-BACA-4D833F8E94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42BAE7-C5E6-B549-A21A-BE345BE4CF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A494C-C86A-FF47-A85D-F67C3D2E16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0990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88C8EB23-0251-344F-B579-3237E81C92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282" y="284205"/>
            <a:ext cx="8096757" cy="352541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ACC6C77-63DB-814B-9A27-0FB312931920}"/>
              </a:ext>
            </a:extLst>
          </p:cNvPr>
          <p:cNvCxnSpPr>
            <a:cxnSpLocks/>
          </p:cNvCxnSpPr>
          <p:nvPr/>
        </p:nvCxnSpPr>
        <p:spPr>
          <a:xfrm flipH="1">
            <a:off x="7451124" y="1779373"/>
            <a:ext cx="1398586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749C94E-888C-3647-A87A-03ACBD3E2B9F}"/>
              </a:ext>
            </a:extLst>
          </p:cNvPr>
          <p:cNvSpPr txBox="1"/>
          <p:nvPr/>
        </p:nvSpPr>
        <p:spPr>
          <a:xfrm flipH="1">
            <a:off x="8849710" y="1456207"/>
            <a:ext cx="1923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image is too big</a:t>
            </a:r>
          </a:p>
        </p:txBody>
      </p:sp>
    </p:spTree>
    <p:extLst>
      <p:ext uri="{BB962C8B-B14F-4D97-AF65-F5344CB8AC3E}">
        <p14:creationId xmlns:p14="http://schemas.microsoft.com/office/powerpoint/2010/main" val="339886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4CB47EB2-9A5A-844E-B137-BE41DD7722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255561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C71287-DF79-5340-9B0C-1C434E73C016}"/>
              </a:ext>
            </a:extLst>
          </p:cNvPr>
          <p:cNvSpPr txBox="1"/>
          <p:nvPr/>
        </p:nvSpPr>
        <p:spPr>
          <a:xfrm>
            <a:off x="7136524" y="1208690"/>
            <a:ext cx="451944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this is beautiful ....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I do have a concern about the ability for this to scale to volume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how do we manage 10,000 listings per day?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how do we manage 90,000 members of one community group?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* we need to be able to search and sort members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* Current Requests could be displayed as you have it on this page, but not the old requests – old requests should be archived</a:t>
            </a:r>
          </a:p>
        </p:txBody>
      </p:sp>
    </p:spTree>
    <p:extLst>
      <p:ext uri="{BB962C8B-B14F-4D97-AF65-F5344CB8AC3E}">
        <p14:creationId xmlns:p14="http://schemas.microsoft.com/office/powerpoint/2010/main" val="19532441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79</Words>
  <Application>Microsoft Macintosh PowerPoint</Application>
  <PresentationFormat>Widescreen</PresentationFormat>
  <Paragraphs>12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Darryl Carlton</dc:creator>
  <cp:lastModifiedBy>Darryl Carlton</cp:lastModifiedBy>
  <cp:revision>1</cp:revision>
  <dcterms:created xsi:type="dcterms:W3CDTF">2020-10-26T11:25:25Z</dcterms:created>
  <dcterms:modified xsi:type="dcterms:W3CDTF">2020-10-26T11:35:17Z</dcterms:modified>
</cp:coreProperties>
</file>