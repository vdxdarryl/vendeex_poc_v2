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09"/>
    <p:restoredTop sz="96327"/>
  </p:normalViewPr>
  <p:slideViewPr>
    <p:cSldViewPr snapToGrid="0" snapToObjects="1">
      <p:cViewPr varScale="1">
        <p:scale>
          <a:sx n="111" d="100"/>
          <a:sy n="111" d="100"/>
        </p:scale>
        <p:origin x="267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53ED-6BA9-5E4C-92DB-CF26A84F8D52}" type="datetimeFigureOut">
              <a:rPr lang="en-US" smtClean="0"/>
              <a:t>10/13/20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40BDB-6B97-E749-91B5-8B6869750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107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53ED-6BA9-5E4C-92DB-CF26A84F8D52}" type="datetimeFigureOut">
              <a:rPr lang="en-US" smtClean="0"/>
              <a:t>10/13/20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40BDB-6B97-E749-91B5-8B6869750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909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53ED-6BA9-5E4C-92DB-CF26A84F8D52}" type="datetimeFigureOut">
              <a:rPr lang="en-US" smtClean="0"/>
              <a:t>10/13/20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40BDB-6B97-E749-91B5-8B6869750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301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53ED-6BA9-5E4C-92DB-CF26A84F8D52}" type="datetimeFigureOut">
              <a:rPr lang="en-US" smtClean="0"/>
              <a:t>10/13/20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40BDB-6B97-E749-91B5-8B6869750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892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53ED-6BA9-5E4C-92DB-CF26A84F8D52}" type="datetimeFigureOut">
              <a:rPr lang="en-US" smtClean="0"/>
              <a:t>10/13/20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40BDB-6B97-E749-91B5-8B6869750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305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53ED-6BA9-5E4C-92DB-CF26A84F8D52}" type="datetimeFigureOut">
              <a:rPr lang="en-US" smtClean="0"/>
              <a:t>10/13/20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40BDB-6B97-E749-91B5-8B6869750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601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53ED-6BA9-5E4C-92DB-CF26A84F8D52}" type="datetimeFigureOut">
              <a:rPr lang="en-US" smtClean="0"/>
              <a:t>10/13/20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40BDB-6B97-E749-91B5-8B6869750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890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53ED-6BA9-5E4C-92DB-CF26A84F8D52}" type="datetimeFigureOut">
              <a:rPr lang="en-US" smtClean="0"/>
              <a:t>10/13/20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40BDB-6B97-E749-91B5-8B6869750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049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53ED-6BA9-5E4C-92DB-CF26A84F8D52}" type="datetimeFigureOut">
              <a:rPr lang="en-US" smtClean="0"/>
              <a:t>10/13/20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40BDB-6B97-E749-91B5-8B6869750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040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53ED-6BA9-5E4C-92DB-CF26A84F8D52}" type="datetimeFigureOut">
              <a:rPr lang="en-US" smtClean="0"/>
              <a:t>10/13/20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40BDB-6B97-E749-91B5-8B6869750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06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53ED-6BA9-5E4C-92DB-CF26A84F8D52}" type="datetimeFigureOut">
              <a:rPr lang="en-US" smtClean="0"/>
              <a:t>10/13/20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40BDB-6B97-E749-91B5-8B6869750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011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FA53ED-6BA9-5E4C-92DB-CF26A84F8D52}" type="datetimeFigureOut">
              <a:rPr lang="en-US" smtClean="0"/>
              <a:t>10/13/20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D40BDB-6B97-E749-91B5-8B6869750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005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B3BB62-3879-C74E-BB3E-D5899CD2A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10"/>
            <a:ext cx="6858000" cy="4749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430AB6D-2466-5345-9133-BEC15480564B}"/>
              </a:ext>
            </a:extLst>
          </p:cNvPr>
          <p:cNvSpPr txBox="1"/>
          <p:nvPr/>
        </p:nvSpPr>
        <p:spPr>
          <a:xfrm>
            <a:off x="150471" y="868108"/>
            <a:ext cx="18655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venir Book" panose="02000503020000020003" pitchFamily="2" charset="0"/>
              </a:rPr>
              <a:t>Wines of Oz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A75B90-4343-2D43-880E-28E74AFB4E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29773"/>
            <a:ext cx="2127569" cy="15060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837049F-891B-0F44-85C4-F4BD85471C0E}"/>
              </a:ext>
            </a:extLst>
          </p:cNvPr>
          <p:cNvSpPr txBox="1"/>
          <p:nvPr/>
        </p:nvSpPr>
        <p:spPr>
          <a:xfrm>
            <a:off x="2377945" y="1317116"/>
            <a:ext cx="26084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we are a community of wine lovers dedicated to sharing the best wines in the world </a:t>
            </a:r>
          </a:p>
          <a:p>
            <a:r>
              <a:rPr lang="en-US" sz="1200" dirty="0"/>
              <a:t>[SEO keyword driven statement]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C102EA-3BC7-5443-84F7-D88A3B00AE86}"/>
              </a:ext>
            </a:extLst>
          </p:cNvPr>
          <p:cNvSpPr txBox="1"/>
          <p:nvPr/>
        </p:nvSpPr>
        <p:spPr>
          <a:xfrm>
            <a:off x="231496" y="3026693"/>
            <a:ext cx="1493679" cy="369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Refer a Friend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087BE8-BC2A-AF47-B6C0-5576FA91F1AB}"/>
              </a:ext>
            </a:extLst>
          </p:cNvPr>
          <p:cNvSpPr txBox="1"/>
          <p:nvPr/>
        </p:nvSpPr>
        <p:spPr>
          <a:xfrm>
            <a:off x="2324339" y="2408764"/>
            <a:ext cx="190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Member Requests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42B905E-9F8B-124C-B911-E0FF5B13229E}"/>
              </a:ext>
            </a:extLst>
          </p:cNvPr>
          <p:cNvGrpSpPr/>
          <p:nvPr/>
        </p:nvGrpSpPr>
        <p:grpSpPr>
          <a:xfrm>
            <a:off x="2558223" y="2934186"/>
            <a:ext cx="2428162" cy="430887"/>
            <a:chOff x="2346678" y="1489260"/>
            <a:chExt cx="2428162" cy="430887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5C4159C-AF0F-4345-989A-C8C06948D8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46678" y="1494868"/>
              <a:ext cx="419671" cy="419671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B787E1E-8DA3-FA48-B7E5-82FAEB835743}"/>
                </a:ext>
              </a:extLst>
            </p:cNvPr>
            <p:cNvSpPr txBox="1"/>
            <p:nvPr/>
          </p:nvSpPr>
          <p:spPr>
            <a:xfrm>
              <a:off x="2873550" y="1489260"/>
              <a:ext cx="190129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70C0"/>
                  </a:solidFill>
                </a:rPr>
                <a:t>[member] is look for this wine and is prepared to pay $100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B793E52-E0CA-A34D-979C-9A12AC675DBA}"/>
              </a:ext>
            </a:extLst>
          </p:cNvPr>
          <p:cNvGrpSpPr/>
          <p:nvPr/>
        </p:nvGrpSpPr>
        <p:grpSpPr>
          <a:xfrm>
            <a:off x="2558223" y="3688470"/>
            <a:ext cx="2428162" cy="430887"/>
            <a:chOff x="2346678" y="1489260"/>
            <a:chExt cx="2428162" cy="430887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531DB8C0-C04D-AB46-B8AF-BC1FE0F92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46678" y="1494868"/>
              <a:ext cx="419671" cy="419671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5C62608-D77C-FB42-B3CB-C262A2C7C266}"/>
                </a:ext>
              </a:extLst>
            </p:cNvPr>
            <p:cNvSpPr txBox="1"/>
            <p:nvPr/>
          </p:nvSpPr>
          <p:spPr>
            <a:xfrm>
              <a:off x="2873550" y="1489260"/>
              <a:ext cx="190129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70C0"/>
                  </a:solidFill>
                </a:rPr>
                <a:t>[member] is look for this wine and is prepared to pay $100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0EB793E-712D-C545-90F9-2303489E998D}"/>
              </a:ext>
            </a:extLst>
          </p:cNvPr>
          <p:cNvGrpSpPr/>
          <p:nvPr/>
        </p:nvGrpSpPr>
        <p:grpSpPr>
          <a:xfrm>
            <a:off x="2558223" y="4442754"/>
            <a:ext cx="2428162" cy="430887"/>
            <a:chOff x="2346678" y="1489260"/>
            <a:chExt cx="2428162" cy="430887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5F2664D6-F221-5942-B915-DF1A573D5D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46678" y="1494868"/>
              <a:ext cx="419671" cy="419671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5EE63E7-47F2-0D46-AF3E-95C38D477113}"/>
                </a:ext>
              </a:extLst>
            </p:cNvPr>
            <p:cNvSpPr txBox="1"/>
            <p:nvPr/>
          </p:nvSpPr>
          <p:spPr>
            <a:xfrm>
              <a:off x="2873550" y="1489260"/>
              <a:ext cx="190129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70C0"/>
                  </a:solidFill>
                </a:rPr>
                <a:t>[member] is look for this wine and is prepared to pay $100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66A04E4-901F-0D4A-9E68-35AA18B96896}"/>
              </a:ext>
            </a:extLst>
          </p:cNvPr>
          <p:cNvGrpSpPr/>
          <p:nvPr/>
        </p:nvGrpSpPr>
        <p:grpSpPr>
          <a:xfrm>
            <a:off x="2558223" y="5197038"/>
            <a:ext cx="2428162" cy="430887"/>
            <a:chOff x="2346678" y="1489260"/>
            <a:chExt cx="2428162" cy="430887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3118A6F4-584E-324E-9ADE-254CB0C2C4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46678" y="1494868"/>
              <a:ext cx="419671" cy="419671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8695658-8A0A-4D45-A18A-989EEBF39919}"/>
                </a:ext>
              </a:extLst>
            </p:cNvPr>
            <p:cNvSpPr txBox="1"/>
            <p:nvPr/>
          </p:nvSpPr>
          <p:spPr>
            <a:xfrm>
              <a:off x="2873550" y="1489260"/>
              <a:ext cx="190129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70C0"/>
                  </a:solidFill>
                </a:rPr>
                <a:t>[member] is look for this wine and is prepared to pay $100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76913A0-C1B6-DA45-80C6-5B8595ABFCC1}"/>
              </a:ext>
            </a:extLst>
          </p:cNvPr>
          <p:cNvGrpSpPr/>
          <p:nvPr/>
        </p:nvGrpSpPr>
        <p:grpSpPr>
          <a:xfrm>
            <a:off x="2558223" y="5951322"/>
            <a:ext cx="2428162" cy="430887"/>
            <a:chOff x="2346678" y="1489260"/>
            <a:chExt cx="2428162" cy="430887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8A4EEF23-D582-3242-A182-D6FEE06AB9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46678" y="1494868"/>
              <a:ext cx="419671" cy="419671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1472A88-F8DB-E949-9B50-9C8B342C8E64}"/>
                </a:ext>
              </a:extLst>
            </p:cNvPr>
            <p:cNvSpPr txBox="1"/>
            <p:nvPr/>
          </p:nvSpPr>
          <p:spPr>
            <a:xfrm>
              <a:off x="2873550" y="1489260"/>
              <a:ext cx="190129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70C0"/>
                  </a:solidFill>
                </a:rPr>
                <a:t>[member] is look for this wine and is prepared to pay $100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0A21C9F-98F7-CC4D-8F91-220309AB07E8}"/>
              </a:ext>
            </a:extLst>
          </p:cNvPr>
          <p:cNvGrpSpPr/>
          <p:nvPr/>
        </p:nvGrpSpPr>
        <p:grpSpPr>
          <a:xfrm>
            <a:off x="2558223" y="6705606"/>
            <a:ext cx="2428162" cy="430887"/>
            <a:chOff x="2346678" y="1489260"/>
            <a:chExt cx="2428162" cy="430887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7C238AA9-A07F-B944-9C3A-2C2903937E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46678" y="1494868"/>
              <a:ext cx="419671" cy="419671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FF43F8E-7CAA-0A48-8FC8-3848BADB7A52}"/>
                </a:ext>
              </a:extLst>
            </p:cNvPr>
            <p:cNvSpPr txBox="1"/>
            <p:nvPr/>
          </p:nvSpPr>
          <p:spPr>
            <a:xfrm>
              <a:off x="2873550" y="1489260"/>
              <a:ext cx="190129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70C0"/>
                  </a:solidFill>
                </a:rPr>
                <a:t>[member] is look for this wine and is prepared to pay $100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A866D46-BECD-9A45-B0EE-D1E036A51FEA}"/>
              </a:ext>
            </a:extLst>
          </p:cNvPr>
          <p:cNvGrpSpPr/>
          <p:nvPr/>
        </p:nvGrpSpPr>
        <p:grpSpPr>
          <a:xfrm>
            <a:off x="2558223" y="7459890"/>
            <a:ext cx="2428162" cy="430887"/>
            <a:chOff x="2346678" y="1489260"/>
            <a:chExt cx="2428162" cy="430887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BB39E718-6729-6D46-8073-51DC5393D8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46678" y="1494868"/>
              <a:ext cx="419671" cy="419671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A6A1A1B-1547-0D4C-BFDB-9010314595AF}"/>
                </a:ext>
              </a:extLst>
            </p:cNvPr>
            <p:cNvSpPr txBox="1"/>
            <p:nvPr/>
          </p:nvSpPr>
          <p:spPr>
            <a:xfrm>
              <a:off x="2873550" y="1489260"/>
              <a:ext cx="190129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70C0"/>
                  </a:solidFill>
                </a:rPr>
                <a:t>[member] is look for this wine and is prepared to pay $100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5AE7AFB-D099-D848-AEB5-A96DBF4E085A}"/>
              </a:ext>
            </a:extLst>
          </p:cNvPr>
          <p:cNvGrpSpPr/>
          <p:nvPr/>
        </p:nvGrpSpPr>
        <p:grpSpPr>
          <a:xfrm>
            <a:off x="2558223" y="8214174"/>
            <a:ext cx="2428162" cy="430887"/>
            <a:chOff x="2346678" y="1489260"/>
            <a:chExt cx="2428162" cy="430887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2A409A1B-1D85-8C45-A36D-F6DF7DFF20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46678" y="1494868"/>
              <a:ext cx="419671" cy="419671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EB269C5-A834-0F47-8478-0FD578292257}"/>
                </a:ext>
              </a:extLst>
            </p:cNvPr>
            <p:cNvSpPr txBox="1"/>
            <p:nvPr/>
          </p:nvSpPr>
          <p:spPr>
            <a:xfrm>
              <a:off x="2873550" y="1489260"/>
              <a:ext cx="190129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70C0"/>
                  </a:solidFill>
                </a:rPr>
                <a:t>[member] is look for this wine and is prepared to pay $100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9BD7D67-BA44-B54C-81F4-D873D615105D}"/>
              </a:ext>
            </a:extLst>
          </p:cNvPr>
          <p:cNvGrpSpPr/>
          <p:nvPr/>
        </p:nvGrpSpPr>
        <p:grpSpPr>
          <a:xfrm>
            <a:off x="2558223" y="8968458"/>
            <a:ext cx="2428162" cy="430887"/>
            <a:chOff x="2346678" y="1489260"/>
            <a:chExt cx="2428162" cy="430887"/>
          </a:xfrm>
        </p:grpSpPr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6531E97E-F9E6-1847-BA28-009546E5D2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46678" y="1494868"/>
              <a:ext cx="419671" cy="41967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1A15127-BC14-9A40-B155-A42A5BBEAE8E}"/>
                </a:ext>
              </a:extLst>
            </p:cNvPr>
            <p:cNvSpPr txBox="1"/>
            <p:nvPr/>
          </p:nvSpPr>
          <p:spPr>
            <a:xfrm>
              <a:off x="2873550" y="1489260"/>
              <a:ext cx="190129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70C0"/>
                  </a:solidFill>
                </a:rPr>
                <a:t>[member] is look for this wine and is prepared to pay $100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9B1E6927-A79C-3E4D-9D21-43DEF1719D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89796"/>
            <a:ext cx="6858000" cy="49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912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</TotalTime>
  <Words>165</Words>
  <Application>Microsoft Macintosh PowerPoint</Application>
  <PresentationFormat>A4 Paper (210x297 mm)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Avenir Book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Darryl Carlton</dc:creator>
  <cp:lastModifiedBy>Darryl Carlton</cp:lastModifiedBy>
  <cp:revision>8</cp:revision>
  <dcterms:created xsi:type="dcterms:W3CDTF">2020-10-02T03:05:31Z</dcterms:created>
  <dcterms:modified xsi:type="dcterms:W3CDTF">2020-10-13T03:52:57Z</dcterms:modified>
</cp:coreProperties>
</file>